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B7887-0E84-5C85-BFF5-3E2CED3207EA}" v="3" dt="2024-02-26T17:27:36.198"/>
    <p1510:client id="{A1832EF2-65A0-D3E3-DB20-9875CFAED47F}" v="46" dt="2024-02-26T15:18:51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Aguilera" userId="S::aaron.aguilera@parhikuni.mx::f212d21a-67cd-4488-80e3-53ea1560e30f" providerId="AD" clId="Web-{FD1847D1-7EDC-49DD-A1AC-F4FC49AD85C3}"/>
    <pc:docChg chg="addSld delSld modSld sldOrd addMainMaster delMainMaster">
      <pc:chgData name="Aaron Aguilera" userId="S::aaron.aguilera@parhikuni.mx::f212d21a-67cd-4488-80e3-53ea1560e30f" providerId="AD" clId="Web-{FD1847D1-7EDC-49DD-A1AC-F4FC49AD85C3}" dt="2020-11-27T19:12:08.892" v="1842" actId="20577"/>
      <pc:docMkLst>
        <pc:docMk/>
      </pc:docMkLst>
      <pc:sldChg chg="addSp delSp modSp mod setBg modClrScheme delDesignElem chgLayout">
        <pc:chgData name="Aaron Aguilera" userId="S::aaron.aguilera@parhikuni.mx::f212d21a-67cd-4488-80e3-53ea1560e30f" providerId="AD" clId="Web-{FD1847D1-7EDC-49DD-A1AC-F4FC49AD85C3}" dt="2020-11-27T19:07:26.592" v="1798"/>
        <pc:sldMkLst>
          <pc:docMk/>
          <pc:sldMk cId="356326839" sldId="256"/>
        </pc:sldMkLst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356326839" sldId="256"/>
            <ac:spMk id="2" creationId="{00000000-0000-0000-0000-000000000000}"/>
          </ac:spMkLst>
        </pc:spChg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356326839" sldId="256"/>
            <ac:spMk id="3" creationId="{00000000-0000-0000-0000-000000000000}"/>
          </ac:spMkLst>
        </pc:spChg>
        <pc:spChg chg="add del">
          <ac:chgData name="Aaron Aguilera" userId="S::aaron.aguilera@parhikuni.mx::f212d21a-67cd-4488-80e3-53ea1560e30f" providerId="AD" clId="Web-{FD1847D1-7EDC-49DD-A1AC-F4FC49AD85C3}" dt="2020-11-27T19:07:19.779" v="1797"/>
          <ac:spMkLst>
            <pc:docMk/>
            <pc:sldMk cId="356326839" sldId="256"/>
            <ac:spMk id="8" creationId="{33474BD5-5CDD-4624-B265-461D5D2FAB8D}"/>
          </ac:spMkLst>
        </pc:spChg>
        <pc:spChg chg="add del">
          <ac:chgData name="Aaron Aguilera" userId="S::aaron.aguilera@parhikuni.mx::f212d21a-67cd-4488-80e3-53ea1560e30f" providerId="AD" clId="Web-{FD1847D1-7EDC-49DD-A1AC-F4FC49AD85C3}" dt="2020-11-27T19:07:19.779" v="1797"/>
          <ac:spMkLst>
            <pc:docMk/>
            <pc:sldMk cId="356326839" sldId="256"/>
            <ac:spMk id="21" creationId="{9E382A3D-2F90-475C-8DF2-F666FEA3425B}"/>
          </ac:spMkLst>
        </pc:spChg>
        <pc:grpChg chg="add del">
          <ac:chgData name="Aaron Aguilera" userId="S::aaron.aguilera@parhikuni.mx::f212d21a-67cd-4488-80e3-53ea1560e30f" providerId="AD" clId="Web-{FD1847D1-7EDC-49DD-A1AC-F4FC49AD85C3}" dt="2020-11-27T19:07:19.779" v="1797"/>
          <ac:grpSpMkLst>
            <pc:docMk/>
            <pc:sldMk cId="356326839" sldId="256"/>
            <ac:grpSpMk id="10" creationId="{97541F74-7AB4-44F5-B299-DC46587E96D6}"/>
          </ac:grpSpMkLst>
        </pc:grpChg>
      </pc:sldChg>
      <pc:sldChg chg="modSp new mod modClrScheme chgLayout">
        <pc:chgData name="Aaron Aguilera" userId="S::aaron.aguilera@parhikuni.mx::f212d21a-67cd-4488-80e3-53ea1560e30f" providerId="AD" clId="Web-{FD1847D1-7EDC-49DD-A1AC-F4FC49AD85C3}" dt="2020-11-27T19:07:26.592" v="1798"/>
        <pc:sldMkLst>
          <pc:docMk/>
          <pc:sldMk cId="3441195643" sldId="257"/>
        </pc:sldMkLst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3441195643" sldId="257"/>
            <ac:spMk id="2" creationId="{527AB972-F014-4443-AAD4-9125A9B9A7B7}"/>
          </ac:spMkLst>
        </pc:spChg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3441195643" sldId="257"/>
            <ac:spMk id="3" creationId="{DB50855E-B059-4F66-B5FD-E366D44CD63F}"/>
          </ac:spMkLst>
        </pc:spChg>
      </pc:sldChg>
      <pc:sldChg chg="modSp new mod modClrScheme chgLayout">
        <pc:chgData name="Aaron Aguilera" userId="S::aaron.aguilera@parhikuni.mx::f212d21a-67cd-4488-80e3-53ea1560e30f" providerId="AD" clId="Web-{FD1847D1-7EDC-49DD-A1AC-F4FC49AD85C3}" dt="2020-11-27T19:07:26.592" v="1798"/>
        <pc:sldMkLst>
          <pc:docMk/>
          <pc:sldMk cId="1320597448" sldId="258"/>
        </pc:sldMkLst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1320597448" sldId="258"/>
            <ac:spMk id="2" creationId="{B34BF297-5025-4B62-B082-733724A41D19}"/>
          </ac:spMkLst>
        </pc:spChg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1320597448" sldId="258"/>
            <ac:spMk id="3" creationId="{E8D393E4-8CC7-46A9-9296-2C838278ADAC}"/>
          </ac:spMkLst>
        </pc:spChg>
      </pc:sldChg>
      <pc:sldChg chg="modSp new mod modClrScheme chgLayout">
        <pc:chgData name="Aaron Aguilera" userId="S::aaron.aguilera@parhikuni.mx::f212d21a-67cd-4488-80e3-53ea1560e30f" providerId="AD" clId="Web-{FD1847D1-7EDC-49DD-A1AC-F4FC49AD85C3}" dt="2020-11-27T19:07:26.592" v="1798"/>
        <pc:sldMkLst>
          <pc:docMk/>
          <pc:sldMk cId="2526847329" sldId="259"/>
        </pc:sldMkLst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2526847329" sldId="259"/>
            <ac:spMk id="2" creationId="{5CF97DC1-BA96-498A-9AD5-E80C11E512FE}"/>
          </ac:spMkLst>
        </pc:spChg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2526847329" sldId="259"/>
            <ac:spMk id="3" creationId="{51906DBC-0CFA-44C8-B8D1-933F5C0650D1}"/>
          </ac:spMkLst>
        </pc:spChg>
      </pc:sldChg>
      <pc:sldChg chg="modSp new mod modClrScheme chgLayout">
        <pc:chgData name="Aaron Aguilera" userId="S::aaron.aguilera@parhikuni.mx::f212d21a-67cd-4488-80e3-53ea1560e30f" providerId="AD" clId="Web-{FD1847D1-7EDC-49DD-A1AC-F4FC49AD85C3}" dt="2020-11-27T19:07:26.592" v="1798"/>
        <pc:sldMkLst>
          <pc:docMk/>
          <pc:sldMk cId="3548563040" sldId="260"/>
        </pc:sldMkLst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3548563040" sldId="260"/>
            <ac:spMk id="2" creationId="{785E63F7-9FD8-4911-97B7-8127A22E2FCB}"/>
          </ac:spMkLst>
        </pc:spChg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3548563040" sldId="260"/>
            <ac:spMk id="3" creationId="{EF23D928-0060-4D3D-A304-6C5BF0CB7B6B}"/>
          </ac:spMkLst>
        </pc:spChg>
      </pc:sldChg>
      <pc:sldChg chg="modSp new mod modClrScheme chgLayout">
        <pc:chgData name="Aaron Aguilera" userId="S::aaron.aguilera@parhikuni.mx::f212d21a-67cd-4488-80e3-53ea1560e30f" providerId="AD" clId="Web-{FD1847D1-7EDC-49DD-A1AC-F4FC49AD85C3}" dt="2020-11-27T19:07:26.592" v="1798"/>
        <pc:sldMkLst>
          <pc:docMk/>
          <pc:sldMk cId="3471136250" sldId="261"/>
        </pc:sldMkLst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3471136250" sldId="261"/>
            <ac:spMk id="2" creationId="{F94C6B46-63AB-49CF-A525-B5920537714C}"/>
          </ac:spMkLst>
        </pc:spChg>
        <pc:spChg chg="mod ord">
          <ac:chgData name="Aaron Aguilera" userId="S::aaron.aguilera@parhikuni.mx::f212d21a-67cd-4488-80e3-53ea1560e30f" providerId="AD" clId="Web-{FD1847D1-7EDC-49DD-A1AC-F4FC49AD85C3}" dt="2020-11-27T19:07:26.592" v="1798"/>
          <ac:spMkLst>
            <pc:docMk/>
            <pc:sldMk cId="3471136250" sldId="261"/>
            <ac:spMk id="3" creationId="{C145D010-3502-44AC-BEAC-703DA6DD488D}"/>
          </ac:spMkLst>
        </pc:spChg>
      </pc:sldChg>
      <pc:sldChg chg="addSp delSp modSp new del">
        <pc:chgData name="Aaron Aguilera" userId="S::aaron.aguilera@parhikuni.mx::f212d21a-67cd-4488-80e3-53ea1560e30f" providerId="AD" clId="Web-{FD1847D1-7EDC-49DD-A1AC-F4FC49AD85C3}" dt="2020-11-27T19:10:54.762" v="1821"/>
        <pc:sldMkLst>
          <pc:docMk/>
          <pc:sldMk cId="3403283913" sldId="262"/>
        </pc:sldMkLst>
        <pc:spChg chg="del">
          <ac:chgData name="Aaron Aguilera" userId="S::aaron.aguilera@parhikuni.mx::f212d21a-67cd-4488-80e3-53ea1560e30f" providerId="AD" clId="Web-{FD1847D1-7EDC-49DD-A1AC-F4FC49AD85C3}" dt="2020-11-27T19:08:54.379" v="1811"/>
          <ac:spMkLst>
            <pc:docMk/>
            <pc:sldMk cId="3403283913" sldId="262"/>
            <ac:spMk id="2" creationId="{78290EAF-7D88-4F93-820B-85A2850A00C8}"/>
          </ac:spMkLst>
        </pc:spChg>
        <pc:spChg chg="del">
          <ac:chgData name="Aaron Aguilera" userId="S::aaron.aguilera@parhikuni.mx::f212d21a-67cd-4488-80e3-53ea1560e30f" providerId="AD" clId="Web-{FD1847D1-7EDC-49DD-A1AC-F4FC49AD85C3}" dt="2020-11-27T19:09:11.411" v="1816"/>
          <ac:spMkLst>
            <pc:docMk/>
            <pc:sldMk cId="3403283913" sldId="262"/>
            <ac:spMk id="3" creationId="{01A8A0A7-AAA4-475E-BE82-80459E6015BA}"/>
          </ac:spMkLst>
        </pc:spChg>
        <pc:picChg chg="add mod">
          <ac:chgData name="Aaron Aguilera" userId="S::aaron.aguilera@parhikuni.mx::f212d21a-67cd-4488-80e3-53ea1560e30f" providerId="AD" clId="Web-{FD1847D1-7EDC-49DD-A1AC-F4FC49AD85C3}" dt="2020-11-27T19:09:16.114" v="1817" actId="1076"/>
          <ac:picMkLst>
            <pc:docMk/>
            <pc:sldMk cId="3403283913" sldId="262"/>
            <ac:picMk id="4" creationId="{6A71267B-F846-42D4-AF75-436EDEA2EEB7}"/>
          </ac:picMkLst>
        </pc:picChg>
        <pc:picChg chg="add mod">
          <ac:chgData name="Aaron Aguilera" userId="S::aaron.aguilera@parhikuni.mx::f212d21a-67cd-4488-80e3-53ea1560e30f" providerId="AD" clId="Web-{FD1847D1-7EDC-49DD-A1AC-F4FC49AD85C3}" dt="2020-11-27T19:09:41.429" v="1820" actId="1076"/>
          <ac:picMkLst>
            <pc:docMk/>
            <pc:sldMk cId="3403283913" sldId="262"/>
            <ac:picMk id="5" creationId="{CDABB2BD-A4F9-4CCC-8615-31BBA09C0CFB}"/>
          </ac:picMkLst>
        </pc:picChg>
      </pc:sldChg>
      <pc:sldChg chg="addSp delSp modSp new ord">
        <pc:chgData name="Aaron Aguilera" userId="S::aaron.aguilera@parhikuni.mx::f212d21a-67cd-4488-80e3-53ea1560e30f" providerId="AD" clId="Web-{FD1847D1-7EDC-49DD-A1AC-F4FC49AD85C3}" dt="2020-11-27T19:12:08.892" v="1842" actId="20577"/>
        <pc:sldMkLst>
          <pc:docMk/>
          <pc:sldMk cId="3932652614" sldId="262"/>
        </pc:sldMkLst>
        <pc:spChg chg="mod">
          <ac:chgData name="Aaron Aguilera" userId="S::aaron.aguilera@parhikuni.mx::f212d21a-67cd-4488-80e3-53ea1560e30f" providerId="AD" clId="Web-{FD1847D1-7EDC-49DD-A1AC-F4FC49AD85C3}" dt="2020-11-27T19:12:08.892" v="1842" actId="20577"/>
          <ac:spMkLst>
            <pc:docMk/>
            <pc:sldMk cId="3932652614" sldId="262"/>
            <ac:spMk id="2" creationId="{FB206CEA-7134-4718-95BE-C84733C8593E}"/>
          </ac:spMkLst>
        </pc:spChg>
        <pc:spChg chg="del">
          <ac:chgData name="Aaron Aguilera" userId="S::aaron.aguilera@parhikuni.mx::f212d21a-67cd-4488-80e3-53ea1560e30f" providerId="AD" clId="Web-{FD1847D1-7EDC-49DD-A1AC-F4FC49AD85C3}" dt="2020-11-27T19:11:15.232" v="1824"/>
          <ac:spMkLst>
            <pc:docMk/>
            <pc:sldMk cId="3932652614" sldId="262"/>
            <ac:spMk id="3" creationId="{B244EB41-ADF7-41FD-86B0-1498A9D92817}"/>
          </ac:spMkLst>
        </pc:spChg>
        <pc:picChg chg="add mod ord">
          <ac:chgData name="Aaron Aguilera" userId="S::aaron.aguilera@parhikuni.mx::f212d21a-67cd-4488-80e3-53ea1560e30f" providerId="AD" clId="Web-{FD1847D1-7EDC-49DD-A1AC-F4FC49AD85C3}" dt="2020-11-27T19:11:46.328" v="1832" actId="1076"/>
          <ac:picMkLst>
            <pc:docMk/>
            <pc:sldMk cId="3932652614" sldId="262"/>
            <ac:picMk id="4" creationId="{ABC473B9-0441-423F-A7F2-E308BCB094AC}"/>
          </ac:picMkLst>
        </pc:picChg>
        <pc:picChg chg="add mod">
          <ac:chgData name="Aaron Aguilera" userId="S::aaron.aguilera@parhikuni.mx::f212d21a-67cd-4488-80e3-53ea1560e30f" providerId="AD" clId="Web-{FD1847D1-7EDC-49DD-A1AC-F4FC49AD85C3}" dt="2020-11-27T19:11:58.250" v="1834" actId="1076"/>
          <ac:picMkLst>
            <pc:docMk/>
            <pc:sldMk cId="3932652614" sldId="262"/>
            <ac:picMk id="5" creationId="{B957269E-1D41-4758-8C08-FED9F8259437}"/>
          </ac:picMkLst>
        </pc:picChg>
      </pc:sldChg>
      <pc:sldChg chg="addSp delSp modSp new del">
        <pc:chgData name="Aaron Aguilera" userId="S::aaron.aguilera@parhikuni.mx::f212d21a-67cd-4488-80e3-53ea1560e30f" providerId="AD" clId="Web-{FD1847D1-7EDC-49DD-A1AC-F4FC49AD85C3}" dt="2020-11-27T19:08:34.737" v="1808"/>
        <pc:sldMkLst>
          <pc:docMk/>
          <pc:sldMk cId="4073495470" sldId="262"/>
        </pc:sldMkLst>
        <pc:picChg chg="add del mod">
          <ac:chgData name="Aaron Aguilera" userId="S::aaron.aguilera@parhikuni.mx::f212d21a-67cd-4488-80e3-53ea1560e30f" providerId="AD" clId="Web-{FD1847D1-7EDC-49DD-A1AC-F4FC49AD85C3}" dt="2020-11-27T19:08:33.440" v="1807"/>
          <ac:picMkLst>
            <pc:docMk/>
            <pc:sldMk cId="4073495470" sldId="262"/>
            <ac:picMk id="3" creationId="{F5A604C7-D75B-400A-B2EB-A2AD287FA181}"/>
          </ac:picMkLst>
        </pc:picChg>
      </pc:sldChg>
      <pc:sldMasterChg chg="del delSldLayout">
        <pc:chgData name="Aaron Aguilera" userId="S::aaron.aguilera@parhikuni.mx::f212d21a-67cd-4488-80e3-53ea1560e30f" providerId="AD" clId="Web-{FD1847D1-7EDC-49DD-A1AC-F4FC49AD85C3}" dt="2020-11-27T18:51:38.175" v="1794"/>
        <pc:sldMasterMkLst>
          <pc:docMk/>
          <pc:sldMasterMk cId="0" sldId="2147483648"/>
        </pc:sldMasterMkLst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61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67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68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69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70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72"/>
          </pc:sldLayoutMkLst>
        </pc:sldLayoutChg>
        <pc:sldLayoutChg chg="del">
          <pc:chgData name="Aaron Aguilera" userId="S::aaron.aguilera@parhikuni.mx::f212d21a-67cd-4488-80e3-53ea1560e30f" providerId="AD" clId="Web-{FD1847D1-7EDC-49DD-A1AC-F4FC49AD85C3}" dt="2020-11-27T18:51:38.175" v="1794"/>
          <pc:sldLayoutMkLst>
            <pc:docMk/>
            <pc:sldMasterMk cId="0" sldId="2147483648"/>
            <pc:sldLayoutMk cId="0" sldId="2147483673"/>
          </pc:sldLayoutMkLst>
        </pc:sldLayoutChg>
      </pc:sldMasterChg>
      <pc:sldMasterChg chg="add del addSldLayout delSldLayout modSldLayout">
        <pc:chgData name="Aaron Aguilera" userId="S::aaron.aguilera@parhikuni.mx::f212d21a-67cd-4488-80e3-53ea1560e30f" providerId="AD" clId="Web-{FD1847D1-7EDC-49DD-A1AC-F4FC49AD85C3}" dt="2020-11-27T18:51:42.175" v="1795"/>
        <pc:sldMasterMkLst>
          <pc:docMk/>
          <pc:sldMasterMk cId="1427719824" sldId="2147483674"/>
        </pc:sldMasterMkLst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3731133593" sldId="2147483675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680716258" sldId="2147483676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1489041302" sldId="2147483677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123157337" sldId="2147483678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4291307204" sldId="2147483679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3774341565" sldId="2147483680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1707507364" sldId="2147483681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1236713862" sldId="2147483682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1403224789" sldId="2147483683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1449565502" sldId="2147483684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2621050306" sldId="2147483685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2663023686" sldId="2147483686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702674313" sldId="2147483687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656935743" sldId="2147483688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116870389" sldId="2147483689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2688971338" sldId="2147483690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8:51:42.175" v="1795"/>
          <pc:sldLayoutMkLst>
            <pc:docMk/>
            <pc:sldMasterMk cId="1427719824" sldId="2147483674"/>
            <pc:sldLayoutMk cId="1721646044" sldId="2147483691"/>
          </pc:sldLayoutMkLst>
        </pc:sldLayoutChg>
      </pc:sldMasterChg>
      <pc:sldMasterChg chg="add del addSldLayout delSldLayout modSldLayout">
        <pc:chgData name="Aaron Aguilera" userId="S::aaron.aguilera@parhikuni.mx::f212d21a-67cd-4488-80e3-53ea1560e30f" providerId="AD" clId="Web-{FD1847D1-7EDC-49DD-A1AC-F4FC49AD85C3}" dt="2020-11-27T19:07:19.779" v="1797"/>
        <pc:sldMasterMkLst>
          <pc:docMk/>
          <pc:sldMasterMk cId="1183446189" sldId="2147483692"/>
        </pc:sldMasterMkLst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2962022884" sldId="2147483693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388122674" sldId="2147483694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2696180261" sldId="2147483695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4102464607" sldId="2147483696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1354541641" sldId="2147483697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1910238481" sldId="2147483698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1190763065" sldId="2147483699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709085517" sldId="2147483700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14883725" sldId="2147483701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4121901938" sldId="2147483702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1063999498" sldId="2147483703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2395047752" sldId="2147483704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1749961770" sldId="2147483705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3000167202" sldId="2147483706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1092538268" sldId="2147483707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595887293" sldId="2147483708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19.779" v="1797"/>
          <pc:sldLayoutMkLst>
            <pc:docMk/>
            <pc:sldMasterMk cId="1183446189" sldId="2147483692"/>
            <pc:sldLayoutMk cId="1386073622" sldId="2147483709"/>
          </pc:sldLayoutMkLst>
        </pc:sldLayoutChg>
      </pc:sldMasterChg>
      <pc:sldMasterChg chg="add del addSldLayout delSldLayout modSldLayout">
        <pc:chgData name="Aaron Aguilera" userId="S::aaron.aguilera@parhikuni.mx::f212d21a-67cd-4488-80e3-53ea1560e30f" providerId="AD" clId="Web-{FD1847D1-7EDC-49DD-A1AC-F4FC49AD85C3}" dt="2020-11-27T19:07:26.592" v="1798"/>
        <pc:sldMasterMkLst>
          <pc:docMk/>
          <pc:sldMasterMk cId="3435986493" sldId="2147483710"/>
        </pc:sldMasterMkLst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2554831323" sldId="2147483711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713685299" sldId="2147483712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1611165573" sldId="2147483713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3553666300" sldId="2147483714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2137388431" sldId="2147483715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2886552944" sldId="2147483716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3979211925" sldId="2147483717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3146165233" sldId="2147483718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1235637135" sldId="2147483719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2908763621" sldId="2147483720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2622391217" sldId="2147483721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2563586332" sldId="2147483722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748594026" sldId="2147483723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1040052672" sldId="2147483724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3156156428" sldId="2147483725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3356784572" sldId="2147483726"/>
          </pc:sldLayoutMkLst>
        </pc:sldLayoutChg>
        <pc:sldLayoutChg chg="add del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3435986493" sldId="2147483710"/>
            <pc:sldLayoutMk cId="3269495089" sldId="2147483727"/>
          </pc:sldLayoutMkLst>
        </pc:sldLayoutChg>
      </pc:sldMasterChg>
      <pc:sldMasterChg chg="add addSldLayout modSldLayout">
        <pc:chgData name="Aaron Aguilera" userId="S::aaron.aguilera@parhikuni.mx::f212d21a-67cd-4488-80e3-53ea1560e30f" providerId="AD" clId="Web-{FD1847D1-7EDC-49DD-A1AC-F4FC49AD85C3}" dt="2020-11-27T19:07:26.592" v="1798"/>
        <pc:sldMasterMkLst>
          <pc:docMk/>
          <pc:sldMasterMk cId="2637347305" sldId="2147483728"/>
        </pc:sldMasterMkLst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2917642037" sldId="2147483729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1769237584" sldId="2147483730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3967885434" sldId="2147483731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1023526086" sldId="2147483732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1608711262" sldId="2147483733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327605847" sldId="2147483734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1340810071" sldId="2147483735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1454383100" sldId="2147483736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658385471" sldId="2147483737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1121134648" sldId="2147483738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3816484277" sldId="2147483739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240428917" sldId="2147483740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3384126117" sldId="2147483741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3350325124" sldId="2147483742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3687683171" sldId="2147483743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3986679929" sldId="2147483744"/>
          </pc:sldLayoutMkLst>
        </pc:sldLayoutChg>
        <pc:sldLayoutChg chg="add mod replId">
          <pc:chgData name="Aaron Aguilera" userId="S::aaron.aguilera@parhikuni.mx::f212d21a-67cd-4488-80e3-53ea1560e30f" providerId="AD" clId="Web-{FD1847D1-7EDC-49DD-A1AC-F4FC49AD85C3}" dt="2020-11-27T19:07:26.592" v="1798"/>
          <pc:sldLayoutMkLst>
            <pc:docMk/>
            <pc:sldMasterMk cId="2637347305" sldId="2147483728"/>
            <pc:sldLayoutMk cId="794537115" sldId="2147483745"/>
          </pc:sldLayoutMkLst>
        </pc:sldLayoutChg>
      </pc:sldMasterChg>
    </pc:docChg>
  </pc:docChgLst>
  <pc:docChgLst>
    <pc:chgData name="Aaron Aguilera" userId="S::aaron.aguilera@parhikuni.mx::f212d21a-67cd-4488-80e3-53ea1560e30f" providerId="AD" clId="Web-{1E9EF759-D016-28FF-D7A5-BA911CFC74DF}"/>
    <pc:docChg chg="addSld modSld sldOrd">
      <pc:chgData name="Aaron Aguilera" userId="S::aaron.aguilera@parhikuni.mx::f212d21a-67cd-4488-80e3-53ea1560e30f" providerId="AD" clId="Web-{1E9EF759-D016-28FF-D7A5-BA911CFC74DF}" dt="2020-11-27T22:11:57.394" v="3166" actId="20577"/>
      <pc:docMkLst>
        <pc:docMk/>
      </pc:docMkLst>
      <pc:sldChg chg="modSp">
        <pc:chgData name="Aaron Aguilera" userId="S::aaron.aguilera@parhikuni.mx::f212d21a-67cd-4488-80e3-53ea1560e30f" providerId="AD" clId="Web-{1E9EF759-D016-28FF-D7A5-BA911CFC74DF}" dt="2020-11-27T21:25:37.774" v="183" actId="20577"/>
        <pc:sldMkLst>
          <pc:docMk/>
          <pc:sldMk cId="3441195643" sldId="257"/>
        </pc:sldMkLst>
        <pc:spChg chg="mod">
          <ac:chgData name="Aaron Aguilera" userId="S::aaron.aguilera@parhikuni.mx::f212d21a-67cd-4488-80e3-53ea1560e30f" providerId="AD" clId="Web-{1E9EF759-D016-28FF-D7A5-BA911CFC74DF}" dt="2020-11-27T21:25:37.774" v="183" actId="20577"/>
          <ac:spMkLst>
            <pc:docMk/>
            <pc:sldMk cId="3441195643" sldId="257"/>
            <ac:spMk id="3" creationId="{DB50855E-B059-4F66-B5FD-E366D44CD63F}"/>
          </ac:spMkLst>
        </pc:spChg>
      </pc:sldChg>
      <pc:sldChg chg="modSp">
        <pc:chgData name="Aaron Aguilera" userId="S::aaron.aguilera@parhikuni.mx::f212d21a-67cd-4488-80e3-53ea1560e30f" providerId="AD" clId="Web-{1E9EF759-D016-28FF-D7A5-BA911CFC74DF}" dt="2020-11-27T21:26:30.994" v="189" actId="20577"/>
        <pc:sldMkLst>
          <pc:docMk/>
          <pc:sldMk cId="1320597448" sldId="258"/>
        </pc:sldMkLst>
        <pc:spChg chg="mod">
          <ac:chgData name="Aaron Aguilera" userId="S::aaron.aguilera@parhikuni.mx::f212d21a-67cd-4488-80e3-53ea1560e30f" providerId="AD" clId="Web-{1E9EF759-D016-28FF-D7A5-BA911CFC74DF}" dt="2020-11-27T21:26:30.994" v="189" actId="20577"/>
          <ac:spMkLst>
            <pc:docMk/>
            <pc:sldMk cId="1320597448" sldId="258"/>
            <ac:spMk id="3" creationId="{E8D393E4-8CC7-46A9-9296-2C838278ADAC}"/>
          </ac:spMkLst>
        </pc:spChg>
      </pc:sldChg>
      <pc:sldChg chg="modSp">
        <pc:chgData name="Aaron Aguilera" userId="S::aaron.aguilera@parhikuni.mx::f212d21a-67cd-4488-80e3-53ea1560e30f" providerId="AD" clId="Web-{1E9EF759-D016-28FF-D7A5-BA911CFC74DF}" dt="2020-11-27T21:38:17.559" v="729" actId="20577"/>
        <pc:sldMkLst>
          <pc:docMk/>
          <pc:sldMk cId="2526847329" sldId="259"/>
        </pc:sldMkLst>
        <pc:spChg chg="mod">
          <ac:chgData name="Aaron Aguilera" userId="S::aaron.aguilera@parhikuni.mx::f212d21a-67cd-4488-80e3-53ea1560e30f" providerId="AD" clId="Web-{1E9EF759-D016-28FF-D7A5-BA911CFC74DF}" dt="2020-11-27T21:38:17.559" v="729" actId="20577"/>
          <ac:spMkLst>
            <pc:docMk/>
            <pc:sldMk cId="2526847329" sldId="259"/>
            <ac:spMk id="3" creationId="{51906DBC-0CFA-44C8-B8D1-933F5C0650D1}"/>
          </ac:spMkLst>
        </pc:spChg>
      </pc:sldChg>
      <pc:sldChg chg="modSp ord">
        <pc:chgData name="Aaron Aguilera" userId="S::aaron.aguilera@parhikuni.mx::f212d21a-67cd-4488-80e3-53ea1560e30f" providerId="AD" clId="Web-{1E9EF759-D016-28FF-D7A5-BA911CFC74DF}" dt="2020-11-27T22:02:12.144" v="2664" actId="20577"/>
        <pc:sldMkLst>
          <pc:docMk/>
          <pc:sldMk cId="3548563040" sldId="260"/>
        </pc:sldMkLst>
        <pc:spChg chg="mod">
          <ac:chgData name="Aaron Aguilera" userId="S::aaron.aguilera@parhikuni.mx::f212d21a-67cd-4488-80e3-53ea1560e30f" providerId="AD" clId="Web-{1E9EF759-D016-28FF-D7A5-BA911CFC74DF}" dt="2020-11-27T21:53:35.083" v="1727" actId="20577"/>
          <ac:spMkLst>
            <pc:docMk/>
            <pc:sldMk cId="3548563040" sldId="260"/>
            <ac:spMk id="2" creationId="{785E63F7-9FD8-4911-97B7-8127A22E2FCB}"/>
          </ac:spMkLst>
        </pc:spChg>
        <pc:spChg chg="mod">
          <ac:chgData name="Aaron Aguilera" userId="S::aaron.aguilera@parhikuni.mx::f212d21a-67cd-4488-80e3-53ea1560e30f" providerId="AD" clId="Web-{1E9EF759-D016-28FF-D7A5-BA911CFC74DF}" dt="2020-11-27T22:02:12.144" v="2664" actId="20577"/>
          <ac:spMkLst>
            <pc:docMk/>
            <pc:sldMk cId="3548563040" sldId="260"/>
            <ac:spMk id="3" creationId="{EF23D928-0060-4D3D-A304-6C5BF0CB7B6B}"/>
          </ac:spMkLst>
        </pc:spChg>
      </pc:sldChg>
      <pc:sldChg chg="modSp">
        <pc:chgData name="Aaron Aguilera" userId="S::aaron.aguilera@parhikuni.mx::f212d21a-67cd-4488-80e3-53ea1560e30f" providerId="AD" clId="Web-{1E9EF759-D016-28FF-D7A5-BA911CFC74DF}" dt="2020-11-27T22:04:49.804" v="2798" actId="20577"/>
        <pc:sldMkLst>
          <pc:docMk/>
          <pc:sldMk cId="3471136250" sldId="261"/>
        </pc:sldMkLst>
        <pc:spChg chg="mod">
          <ac:chgData name="Aaron Aguilera" userId="S::aaron.aguilera@parhikuni.mx::f212d21a-67cd-4488-80e3-53ea1560e30f" providerId="AD" clId="Web-{1E9EF759-D016-28FF-D7A5-BA911CFC74DF}" dt="2020-11-27T21:56:58.495" v="1739" actId="20577"/>
          <ac:spMkLst>
            <pc:docMk/>
            <pc:sldMk cId="3471136250" sldId="261"/>
            <ac:spMk id="2" creationId="{F94C6B46-63AB-49CF-A525-B5920537714C}"/>
          </ac:spMkLst>
        </pc:spChg>
        <pc:spChg chg="mod">
          <ac:chgData name="Aaron Aguilera" userId="S::aaron.aguilera@parhikuni.mx::f212d21a-67cd-4488-80e3-53ea1560e30f" providerId="AD" clId="Web-{1E9EF759-D016-28FF-D7A5-BA911CFC74DF}" dt="2020-11-27T22:04:49.804" v="2798" actId="20577"/>
          <ac:spMkLst>
            <pc:docMk/>
            <pc:sldMk cId="3471136250" sldId="261"/>
            <ac:spMk id="3" creationId="{C145D010-3502-44AC-BEAC-703DA6DD488D}"/>
          </ac:spMkLst>
        </pc:spChg>
      </pc:sldChg>
      <pc:sldChg chg="modSp new">
        <pc:chgData name="Aaron Aguilera" userId="S::aaron.aguilera@parhikuni.mx::f212d21a-67cd-4488-80e3-53ea1560e30f" providerId="AD" clId="Web-{1E9EF759-D016-28FF-D7A5-BA911CFC74DF}" dt="2020-11-27T22:05:47.931" v="2816" actId="20577"/>
        <pc:sldMkLst>
          <pc:docMk/>
          <pc:sldMk cId="2328844233" sldId="263"/>
        </pc:sldMkLst>
        <pc:spChg chg="mod">
          <ac:chgData name="Aaron Aguilera" userId="S::aaron.aguilera@parhikuni.mx::f212d21a-67cd-4488-80e3-53ea1560e30f" providerId="AD" clId="Web-{1E9EF759-D016-28FF-D7A5-BA911CFC74DF}" dt="2020-11-27T22:05:47.931" v="2816" actId="20577"/>
          <ac:spMkLst>
            <pc:docMk/>
            <pc:sldMk cId="2328844233" sldId="263"/>
            <ac:spMk id="2" creationId="{6699CD62-6C7A-4F5B-9E0C-1F20C86B5DE7}"/>
          </ac:spMkLst>
        </pc:spChg>
        <pc:spChg chg="mod">
          <ac:chgData name="Aaron Aguilera" userId="S::aaron.aguilera@parhikuni.mx::f212d21a-67cd-4488-80e3-53ea1560e30f" providerId="AD" clId="Web-{1E9EF759-D016-28FF-D7A5-BA911CFC74DF}" dt="2020-11-27T21:43:46.130" v="1010" actId="20577"/>
          <ac:spMkLst>
            <pc:docMk/>
            <pc:sldMk cId="2328844233" sldId="263"/>
            <ac:spMk id="3" creationId="{20AB9BF8-3D3D-457A-AD77-FEC84A5910C6}"/>
          </ac:spMkLst>
        </pc:spChg>
      </pc:sldChg>
      <pc:sldChg chg="modSp new">
        <pc:chgData name="Aaron Aguilera" userId="S::aaron.aguilera@parhikuni.mx::f212d21a-67cd-4488-80e3-53ea1560e30f" providerId="AD" clId="Web-{1E9EF759-D016-28FF-D7A5-BA911CFC74DF}" dt="2020-11-27T22:08:39.982" v="3061" actId="20577"/>
        <pc:sldMkLst>
          <pc:docMk/>
          <pc:sldMk cId="3605043281" sldId="264"/>
        </pc:sldMkLst>
        <pc:spChg chg="mod">
          <ac:chgData name="Aaron Aguilera" userId="S::aaron.aguilera@parhikuni.mx::f212d21a-67cd-4488-80e3-53ea1560e30f" providerId="AD" clId="Web-{1E9EF759-D016-28FF-D7A5-BA911CFC74DF}" dt="2020-11-27T22:06:14.994" v="2827" actId="20577"/>
          <ac:spMkLst>
            <pc:docMk/>
            <pc:sldMk cId="3605043281" sldId="264"/>
            <ac:spMk id="2" creationId="{21BFF263-59E7-4205-86DA-FCF4CF09B960}"/>
          </ac:spMkLst>
        </pc:spChg>
        <pc:spChg chg="mod">
          <ac:chgData name="Aaron Aguilera" userId="S::aaron.aguilera@parhikuni.mx::f212d21a-67cd-4488-80e3-53ea1560e30f" providerId="AD" clId="Web-{1E9EF759-D016-28FF-D7A5-BA911CFC74DF}" dt="2020-11-27T22:08:39.982" v="3061" actId="20577"/>
          <ac:spMkLst>
            <pc:docMk/>
            <pc:sldMk cId="3605043281" sldId="264"/>
            <ac:spMk id="3" creationId="{AFE5EBA7-A210-4903-B104-8AE44FC810BC}"/>
          </ac:spMkLst>
        </pc:spChg>
      </pc:sldChg>
      <pc:sldChg chg="modSp new ord">
        <pc:chgData name="Aaron Aguilera" userId="S::aaron.aguilera@parhikuni.mx::f212d21a-67cd-4488-80e3-53ea1560e30f" providerId="AD" clId="Web-{1E9EF759-D016-28FF-D7A5-BA911CFC74DF}" dt="2020-11-27T22:11:57.394" v="3165" actId="20577"/>
        <pc:sldMkLst>
          <pc:docMk/>
          <pc:sldMk cId="3153387729" sldId="265"/>
        </pc:sldMkLst>
        <pc:spChg chg="mod">
          <ac:chgData name="Aaron Aguilera" userId="S::aaron.aguilera@parhikuni.mx::f212d21a-67cd-4488-80e3-53ea1560e30f" providerId="AD" clId="Web-{1E9EF759-D016-28FF-D7A5-BA911CFC74DF}" dt="2020-11-27T22:11:57.394" v="3165" actId="20577"/>
          <ac:spMkLst>
            <pc:docMk/>
            <pc:sldMk cId="3153387729" sldId="265"/>
            <ac:spMk id="3" creationId="{A3288B78-9083-4EB0-B953-6B90C2A1446A}"/>
          </ac:spMkLst>
        </pc:spChg>
      </pc:sldChg>
    </pc:docChg>
  </pc:docChgLst>
  <pc:docChgLst>
    <pc:chgData name="Aaron Aguilera" userId="S::aaron.aguilera@parhikuni.mx::f212d21a-67cd-4488-80e3-53ea1560e30f" providerId="AD" clId="Web-{E6102D75-933B-3F01-4304-2D3CD47F2358}"/>
    <pc:docChg chg="sldOrd">
      <pc:chgData name="Aaron Aguilera" userId="S::aaron.aguilera@parhikuni.mx::f212d21a-67cd-4488-80e3-53ea1560e30f" providerId="AD" clId="Web-{E6102D75-933B-3F01-4304-2D3CD47F2358}" dt="2024-02-21T16:01:28.798" v="1"/>
      <pc:docMkLst>
        <pc:docMk/>
      </pc:docMkLst>
      <pc:sldChg chg="ord">
        <pc:chgData name="Aaron Aguilera" userId="S::aaron.aguilera@parhikuni.mx::f212d21a-67cd-4488-80e3-53ea1560e30f" providerId="AD" clId="Web-{E6102D75-933B-3F01-4304-2D3CD47F2358}" dt="2024-02-21T16:01:23.158" v="0"/>
        <pc:sldMkLst>
          <pc:docMk/>
          <pc:sldMk cId="3605043281" sldId="264"/>
        </pc:sldMkLst>
      </pc:sldChg>
      <pc:sldChg chg="ord">
        <pc:chgData name="Aaron Aguilera" userId="S::aaron.aguilera@parhikuni.mx::f212d21a-67cd-4488-80e3-53ea1560e30f" providerId="AD" clId="Web-{E6102D75-933B-3F01-4304-2D3CD47F2358}" dt="2024-02-21T16:01:28.798" v="1"/>
        <pc:sldMkLst>
          <pc:docMk/>
          <pc:sldMk cId="3153387729" sldId="265"/>
        </pc:sldMkLst>
      </pc:sldChg>
    </pc:docChg>
  </pc:docChgLst>
  <pc:docChgLst>
    <pc:chgData name="Aaron Aguilera" userId="S::aaron.aguilera@parhikuni.mx::f212d21a-67cd-4488-80e3-53ea1560e30f" providerId="AD" clId="Web-{A1832EF2-65A0-D3E3-DB20-9875CFAED47F}"/>
    <pc:docChg chg="modSld">
      <pc:chgData name="Aaron Aguilera" userId="S::aaron.aguilera@parhikuni.mx::f212d21a-67cd-4488-80e3-53ea1560e30f" providerId="AD" clId="Web-{A1832EF2-65A0-D3E3-DB20-9875CFAED47F}" dt="2024-02-26T15:18:51.735" v="48" actId="20577"/>
      <pc:docMkLst>
        <pc:docMk/>
      </pc:docMkLst>
      <pc:sldChg chg="modSp">
        <pc:chgData name="Aaron Aguilera" userId="S::aaron.aguilera@parhikuni.mx::f212d21a-67cd-4488-80e3-53ea1560e30f" providerId="AD" clId="Web-{A1832EF2-65A0-D3E3-DB20-9875CFAED47F}" dt="2024-02-26T15:14:27.255" v="43" actId="20577"/>
        <pc:sldMkLst>
          <pc:docMk/>
          <pc:sldMk cId="3548563040" sldId="260"/>
        </pc:sldMkLst>
        <pc:spChg chg="mod">
          <ac:chgData name="Aaron Aguilera" userId="S::aaron.aguilera@parhikuni.mx::f212d21a-67cd-4488-80e3-53ea1560e30f" providerId="AD" clId="Web-{A1832EF2-65A0-D3E3-DB20-9875CFAED47F}" dt="2024-02-26T15:14:27.255" v="43" actId="20577"/>
          <ac:spMkLst>
            <pc:docMk/>
            <pc:sldMk cId="3548563040" sldId="260"/>
            <ac:spMk id="3" creationId="{EF23D928-0060-4D3D-A304-6C5BF0CB7B6B}"/>
          </ac:spMkLst>
        </pc:spChg>
      </pc:sldChg>
      <pc:sldChg chg="modSp">
        <pc:chgData name="Aaron Aguilera" userId="S::aaron.aguilera@parhikuni.mx::f212d21a-67cd-4488-80e3-53ea1560e30f" providerId="AD" clId="Web-{A1832EF2-65A0-D3E3-DB20-9875CFAED47F}" dt="2024-02-26T15:18:51.735" v="48" actId="20577"/>
        <pc:sldMkLst>
          <pc:docMk/>
          <pc:sldMk cId="3471136250" sldId="261"/>
        </pc:sldMkLst>
        <pc:spChg chg="mod">
          <ac:chgData name="Aaron Aguilera" userId="S::aaron.aguilera@parhikuni.mx::f212d21a-67cd-4488-80e3-53ea1560e30f" providerId="AD" clId="Web-{A1832EF2-65A0-D3E3-DB20-9875CFAED47F}" dt="2024-02-26T15:18:51.735" v="48" actId="20577"/>
          <ac:spMkLst>
            <pc:docMk/>
            <pc:sldMk cId="3471136250" sldId="261"/>
            <ac:spMk id="3" creationId="{C145D010-3502-44AC-BEAC-703DA6DD488D}"/>
          </ac:spMkLst>
        </pc:spChg>
      </pc:sldChg>
      <pc:sldChg chg="modSp">
        <pc:chgData name="Aaron Aguilera" userId="S::aaron.aguilera@parhikuni.mx::f212d21a-67cd-4488-80e3-53ea1560e30f" providerId="AD" clId="Web-{A1832EF2-65A0-D3E3-DB20-9875CFAED47F}" dt="2024-02-26T15:17:57.842" v="44" actId="20577"/>
        <pc:sldMkLst>
          <pc:docMk/>
          <pc:sldMk cId="2328844233" sldId="263"/>
        </pc:sldMkLst>
        <pc:spChg chg="mod">
          <ac:chgData name="Aaron Aguilera" userId="S::aaron.aguilera@parhikuni.mx::f212d21a-67cd-4488-80e3-53ea1560e30f" providerId="AD" clId="Web-{A1832EF2-65A0-D3E3-DB20-9875CFAED47F}" dt="2024-02-26T15:17:57.842" v="44" actId="20577"/>
          <ac:spMkLst>
            <pc:docMk/>
            <pc:sldMk cId="2328844233" sldId="263"/>
            <ac:spMk id="3" creationId="{20AB9BF8-3D3D-457A-AD77-FEC84A5910C6}"/>
          </ac:spMkLst>
        </pc:spChg>
      </pc:sldChg>
    </pc:docChg>
  </pc:docChgLst>
  <pc:docChgLst>
    <pc:chgData name="Aaron Aguilera" userId="S::aaron.aguilera@parhikuni.mx::f212d21a-67cd-4488-80e3-53ea1560e30f" providerId="AD" clId="Web-{A68D934C-90E0-D3FA-C36E-71F078D15A3B}"/>
    <pc:docChg chg="modSld">
      <pc:chgData name="Aaron Aguilera" userId="S::aaron.aguilera@parhikuni.mx::f212d21a-67cd-4488-80e3-53ea1560e30f" providerId="AD" clId="Web-{A68D934C-90E0-D3FA-C36E-71F078D15A3B}" dt="2024-02-21T17:59:59.664" v="56" actId="20577"/>
      <pc:docMkLst>
        <pc:docMk/>
      </pc:docMkLst>
      <pc:sldChg chg="addSp delSp modSp">
        <pc:chgData name="Aaron Aguilera" userId="S::aaron.aguilera@parhikuni.mx::f212d21a-67cd-4488-80e3-53ea1560e30f" providerId="AD" clId="Web-{A68D934C-90E0-D3FA-C36E-71F078D15A3B}" dt="2024-02-21T17:46:05.445" v="44"/>
        <pc:sldMkLst>
          <pc:docMk/>
          <pc:sldMk cId="3441195643" sldId="257"/>
        </pc:sldMkLst>
        <pc:spChg chg="del">
          <ac:chgData name="Aaron Aguilera" userId="S::aaron.aguilera@parhikuni.mx::f212d21a-67cd-4488-80e3-53ea1560e30f" providerId="AD" clId="Web-{A68D934C-90E0-D3FA-C36E-71F078D15A3B}" dt="2024-02-21T17:45:43.709" v="41"/>
          <ac:spMkLst>
            <pc:docMk/>
            <pc:sldMk cId="3441195643" sldId="257"/>
            <ac:spMk id="2" creationId="{527AB972-F014-4443-AAD4-9125A9B9A7B7}"/>
          </ac:spMkLst>
        </pc:spChg>
        <pc:picChg chg="add del mod ord">
          <ac:chgData name="Aaron Aguilera" userId="S::aaron.aguilera@parhikuni.mx::f212d21a-67cd-4488-80e3-53ea1560e30f" providerId="AD" clId="Web-{A68D934C-90E0-D3FA-C36E-71F078D15A3B}" dt="2024-02-21T17:46:05.445" v="44"/>
          <ac:picMkLst>
            <pc:docMk/>
            <pc:sldMk cId="3441195643" sldId="257"/>
            <ac:picMk id="4" creationId="{7908157F-B53C-1922-DE5E-DAA3F41AE321}"/>
          </ac:picMkLst>
        </pc:picChg>
      </pc:sldChg>
      <pc:sldChg chg="addSp modSp">
        <pc:chgData name="Aaron Aguilera" userId="S::aaron.aguilera@parhikuni.mx::f212d21a-67cd-4488-80e3-53ea1560e30f" providerId="AD" clId="Web-{A68D934C-90E0-D3FA-C36E-71F078D15A3B}" dt="2024-02-21T17:51:37.361" v="53" actId="1076"/>
        <pc:sldMkLst>
          <pc:docMk/>
          <pc:sldMk cId="1320597448" sldId="258"/>
        </pc:sldMkLst>
        <pc:spChg chg="mod">
          <ac:chgData name="Aaron Aguilera" userId="S::aaron.aguilera@parhikuni.mx::f212d21a-67cd-4488-80e3-53ea1560e30f" providerId="AD" clId="Web-{A68D934C-90E0-D3FA-C36E-71F078D15A3B}" dt="2024-02-21T17:46:25.634" v="47" actId="20577"/>
          <ac:spMkLst>
            <pc:docMk/>
            <pc:sldMk cId="1320597448" sldId="258"/>
            <ac:spMk id="2" creationId="{B34BF297-5025-4B62-B082-733724A41D19}"/>
          </ac:spMkLst>
        </pc:spChg>
        <pc:spChg chg="mod">
          <ac:chgData name="Aaron Aguilera" userId="S::aaron.aguilera@parhikuni.mx::f212d21a-67cd-4488-80e3-53ea1560e30f" providerId="AD" clId="Web-{A68D934C-90E0-D3FA-C36E-71F078D15A3B}" dt="2024-02-21T17:51:37.361" v="53" actId="1076"/>
          <ac:spMkLst>
            <pc:docMk/>
            <pc:sldMk cId="1320597448" sldId="258"/>
            <ac:spMk id="3" creationId="{E8D393E4-8CC7-46A9-9296-2C838278ADAC}"/>
          </ac:spMkLst>
        </pc:spChg>
        <pc:picChg chg="add mod ord">
          <ac:chgData name="Aaron Aguilera" userId="S::aaron.aguilera@parhikuni.mx::f212d21a-67cd-4488-80e3-53ea1560e30f" providerId="AD" clId="Web-{A68D934C-90E0-D3FA-C36E-71F078D15A3B}" dt="2024-02-21T17:46:34.635" v="49" actId="14100"/>
          <ac:picMkLst>
            <pc:docMk/>
            <pc:sldMk cId="1320597448" sldId="258"/>
            <ac:picMk id="4" creationId="{F22849DD-52D6-5125-76D6-782B9B10C26C}"/>
          </ac:picMkLst>
        </pc:picChg>
      </pc:sldChg>
      <pc:sldChg chg="addSp modSp">
        <pc:chgData name="Aaron Aguilera" userId="S::aaron.aguilera@parhikuni.mx::f212d21a-67cd-4488-80e3-53ea1560e30f" providerId="AD" clId="Web-{A68D934C-90E0-D3FA-C36E-71F078D15A3B}" dt="2024-02-21T17:53:28.010" v="54" actId="14100"/>
        <pc:sldMkLst>
          <pc:docMk/>
          <pc:sldMk cId="2526847329" sldId="259"/>
        </pc:sldMkLst>
        <pc:spChg chg="mod">
          <ac:chgData name="Aaron Aguilera" userId="S::aaron.aguilera@parhikuni.mx::f212d21a-67cd-4488-80e3-53ea1560e30f" providerId="AD" clId="Web-{A68D934C-90E0-D3FA-C36E-71F078D15A3B}" dt="2024-02-21T17:34:20.861" v="8" actId="14100"/>
          <ac:spMkLst>
            <pc:docMk/>
            <pc:sldMk cId="2526847329" sldId="259"/>
            <ac:spMk id="3" creationId="{51906DBC-0CFA-44C8-B8D1-933F5C0650D1}"/>
          </ac:spMkLst>
        </pc:spChg>
        <pc:picChg chg="add mod">
          <ac:chgData name="Aaron Aguilera" userId="S::aaron.aguilera@parhikuni.mx::f212d21a-67cd-4488-80e3-53ea1560e30f" providerId="AD" clId="Web-{A68D934C-90E0-D3FA-C36E-71F078D15A3B}" dt="2024-02-21T17:53:28.010" v="54" actId="14100"/>
          <ac:picMkLst>
            <pc:docMk/>
            <pc:sldMk cId="2526847329" sldId="259"/>
            <ac:picMk id="4" creationId="{C33C46D6-09DF-2AB5-0BBD-153B447EDED0}"/>
          </ac:picMkLst>
        </pc:picChg>
      </pc:sldChg>
      <pc:sldChg chg="addSp modSp">
        <pc:chgData name="Aaron Aguilera" userId="S::aaron.aguilera@parhikuni.mx::f212d21a-67cd-4488-80e3-53ea1560e30f" providerId="AD" clId="Web-{A68D934C-90E0-D3FA-C36E-71F078D15A3B}" dt="2024-02-21T17:59:59.664" v="56" actId="20577"/>
        <pc:sldMkLst>
          <pc:docMk/>
          <pc:sldMk cId="3548563040" sldId="260"/>
        </pc:sldMkLst>
        <pc:spChg chg="mod">
          <ac:chgData name="Aaron Aguilera" userId="S::aaron.aguilera@parhikuni.mx::f212d21a-67cd-4488-80e3-53ea1560e30f" providerId="AD" clId="Web-{A68D934C-90E0-D3FA-C36E-71F078D15A3B}" dt="2024-02-21T17:59:59.664" v="56" actId="20577"/>
          <ac:spMkLst>
            <pc:docMk/>
            <pc:sldMk cId="3548563040" sldId="260"/>
            <ac:spMk id="3" creationId="{EF23D928-0060-4D3D-A304-6C5BF0CB7B6B}"/>
          </ac:spMkLst>
        </pc:spChg>
        <pc:picChg chg="add mod">
          <ac:chgData name="Aaron Aguilera" userId="S::aaron.aguilera@parhikuni.mx::f212d21a-67cd-4488-80e3-53ea1560e30f" providerId="AD" clId="Web-{A68D934C-90E0-D3FA-C36E-71F078D15A3B}" dt="2024-02-21T17:36:12.198" v="17" actId="1076"/>
          <ac:picMkLst>
            <pc:docMk/>
            <pc:sldMk cId="3548563040" sldId="260"/>
            <ac:picMk id="4" creationId="{C7EE4E84-FE5A-8999-48E3-37A9EEED35A7}"/>
          </ac:picMkLst>
        </pc:picChg>
      </pc:sldChg>
      <pc:sldChg chg="modSp">
        <pc:chgData name="Aaron Aguilera" userId="S::aaron.aguilera@parhikuni.mx::f212d21a-67cd-4488-80e3-53ea1560e30f" providerId="AD" clId="Web-{A68D934C-90E0-D3FA-C36E-71F078D15A3B}" dt="2024-02-21T17:47:33.171" v="50" actId="14100"/>
        <pc:sldMkLst>
          <pc:docMk/>
          <pc:sldMk cId="3932652614" sldId="262"/>
        </pc:sldMkLst>
        <pc:picChg chg="mod">
          <ac:chgData name="Aaron Aguilera" userId="S::aaron.aguilera@parhikuni.mx::f212d21a-67cd-4488-80e3-53ea1560e30f" providerId="AD" clId="Web-{A68D934C-90E0-D3FA-C36E-71F078D15A3B}" dt="2024-02-21T17:47:33.171" v="50" actId="14100"/>
          <ac:picMkLst>
            <pc:docMk/>
            <pc:sldMk cId="3932652614" sldId="262"/>
            <ac:picMk id="4" creationId="{ABC473B9-0441-423F-A7F2-E308BCB094AC}"/>
          </ac:picMkLst>
        </pc:picChg>
      </pc:sldChg>
      <pc:sldChg chg="addSp modSp">
        <pc:chgData name="Aaron Aguilera" userId="S::aaron.aguilera@parhikuni.mx::f212d21a-67cd-4488-80e3-53ea1560e30f" providerId="AD" clId="Web-{A68D934C-90E0-D3FA-C36E-71F078D15A3B}" dt="2024-02-21T17:39:51.511" v="28"/>
        <pc:sldMkLst>
          <pc:docMk/>
          <pc:sldMk cId="2328844233" sldId="263"/>
        </pc:sldMkLst>
        <pc:picChg chg="add mod modCrop">
          <ac:chgData name="Aaron Aguilera" userId="S::aaron.aguilera@parhikuni.mx::f212d21a-67cd-4488-80e3-53ea1560e30f" providerId="AD" clId="Web-{A68D934C-90E0-D3FA-C36E-71F078D15A3B}" dt="2024-02-21T17:39:51.511" v="28"/>
          <ac:picMkLst>
            <pc:docMk/>
            <pc:sldMk cId="2328844233" sldId="263"/>
            <ac:picMk id="4" creationId="{79039E11-D169-E0CF-47D9-B4E77DDC3AD3}"/>
          </ac:picMkLst>
        </pc:picChg>
      </pc:sldChg>
      <pc:sldChg chg="addSp modSp">
        <pc:chgData name="Aaron Aguilera" userId="S::aaron.aguilera@parhikuni.mx::f212d21a-67cd-4488-80e3-53ea1560e30f" providerId="AD" clId="Web-{A68D934C-90E0-D3FA-C36E-71F078D15A3B}" dt="2024-02-21T17:41:30.940" v="35" actId="1076"/>
        <pc:sldMkLst>
          <pc:docMk/>
          <pc:sldMk cId="3153387729" sldId="265"/>
        </pc:sldMkLst>
        <pc:spChg chg="mod">
          <ac:chgData name="Aaron Aguilera" userId="S::aaron.aguilera@parhikuni.mx::f212d21a-67cd-4488-80e3-53ea1560e30f" providerId="AD" clId="Web-{A68D934C-90E0-D3FA-C36E-71F078D15A3B}" dt="2024-02-21T17:41:30.940" v="35" actId="1076"/>
          <ac:spMkLst>
            <pc:docMk/>
            <pc:sldMk cId="3153387729" sldId="265"/>
            <ac:spMk id="3" creationId="{A3288B78-9083-4EB0-B953-6B90C2A1446A}"/>
          </ac:spMkLst>
        </pc:spChg>
        <pc:picChg chg="add mod ord">
          <ac:chgData name="Aaron Aguilera" userId="S::aaron.aguilera@parhikuni.mx::f212d21a-67cd-4488-80e3-53ea1560e30f" providerId="AD" clId="Web-{A68D934C-90E0-D3FA-C36E-71F078D15A3B}" dt="2024-02-21T17:41:25.018" v="33"/>
          <ac:picMkLst>
            <pc:docMk/>
            <pc:sldMk cId="3153387729" sldId="265"/>
            <ac:picMk id="4" creationId="{3B510973-A11E-F6A3-713A-78AF5DECC448}"/>
          </ac:picMkLst>
        </pc:picChg>
      </pc:sldChg>
    </pc:docChg>
  </pc:docChgLst>
  <pc:docChgLst>
    <pc:chgData name="Aaron Aguilera" userId="S::aaron.aguilera@parhikuni.mx::f212d21a-67cd-4488-80e3-53ea1560e30f" providerId="AD" clId="Web-{440B7887-0E84-5C85-BFF5-3E2CED3207EA}"/>
    <pc:docChg chg="modSld">
      <pc:chgData name="Aaron Aguilera" userId="S::aaron.aguilera@parhikuni.mx::f212d21a-67cd-4488-80e3-53ea1560e30f" providerId="AD" clId="Web-{440B7887-0E84-5C85-BFF5-3E2CED3207EA}" dt="2024-02-26T17:27:34.557" v="1" actId="20577"/>
      <pc:docMkLst>
        <pc:docMk/>
      </pc:docMkLst>
      <pc:sldChg chg="modSp">
        <pc:chgData name="Aaron Aguilera" userId="S::aaron.aguilera@parhikuni.mx::f212d21a-67cd-4488-80e3-53ea1560e30f" providerId="AD" clId="Web-{440B7887-0E84-5C85-BFF5-3E2CED3207EA}" dt="2024-02-26T17:27:34.557" v="1" actId="20577"/>
        <pc:sldMkLst>
          <pc:docMk/>
          <pc:sldMk cId="3605043281" sldId="264"/>
        </pc:sldMkLst>
        <pc:spChg chg="mod">
          <ac:chgData name="Aaron Aguilera" userId="S::aaron.aguilera@parhikuni.mx::f212d21a-67cd-4488-80e3-53ea1560e30f" providerId="AD" clId="Web-{440B7887-0E84-5C85-BFF5-3E2CED3207EA}" dt="2024-02-26T17:27:34.557" v="1" actId="20577"/>
          <ac:spMkLst>
            <pc:docMk/>
            <pc:sldMk cId="3605043281" sldId="264"/>
            <ac:spMk id="2" creationId="{21BFF263-59E7-4205-86DA-FCF4CF09B9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4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3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88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2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1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1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38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85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13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84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28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26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325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83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79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53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34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3171" y="1143000"/>
            <a:ext cx="8825658" cy="3389217"/>
          </a:xfrm>
        </p:spPr>
        <p:txBody>
          <a:bodyPr anchor="ctr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</a:rPr>
              <a:t>Turismo VIA</a:t>
            </a:r>
            <a:endParaRPr lang="es-ES" sz="66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3171" y="5240851"/>
            <a:ext cx="8825658" cy="828932"/>
          </a:xfrm>
        </p:spPr>
        <p:txBody>
          <a:bodyPr>
            <a:normAutofit/>
          </a:bodyPr>
          <a:lstStyle/>
          <a:p>
            <a:pPr algn="ctr"/>
            <a:endParaRPr lang="en-US" sz="2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50855E-B059-4F66-B5FD-E366D44CD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946387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Proponemos un nuevo proyecto, para la creación de un sistema con el propósito de ofrecer los viajes en la modalidad chárter.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1195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F22849DD-52D6-5125-76D6-782B9B10C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46"/>
            <a:ext cx="12192000" cy="661470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4BF297-5025-4B62-B082-733724A4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VIA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D393E4-8CC7-46A9-9296-2C838278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755" y="2065020"/>
            <a:ext cx="8761412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El nombre propuesto es "VIA" elegido por</a:t>
            </a:r>
          </a:p>
          <a:p>
            <a:pPr lvl="1"/>
            <a:r>
              <a:rPr lang="es-ES" dirty="0"/>
              <a:t>Su significado, nosotros somos el camino o la manera para viajar.</a:t>
            </a:r>
          </a:p>
          <a:p>
            <a:pPr lvl="1"/>
            <a:r>
              <a:rPr lang="es-ES" dirty="0"/>
              <a:t>Es un palabra corta y fácil de recordar</a:t>
            </a:r>
          </a:p>
          <a:p>
            <a:pPr lvl="1"/>
            <a:r>
              <a:rPr lang="es-ES" dirty="0"/>
              <a:t>Se presta para simplificar el logotipo y darle distintas formas.</a:t>
            </a:r>
          </a:p>
          <a:p>
            <a:r>
              <a:rPr lang="es-ES" dirty="0"/>
              <a:t>Sitio web via-jes.com</a:t>
            </a:r>
          </a:p>
        </p:txBody>
      </p:sp>
    </p:spTree>
    <p:extLst>
      <p:ext uri="{BB962C8B-B14F-4D97-AF65-F5344CB8AC3E}">
        <p14:creationId xmlns:p14="http://schemas.microsoft.com/office/powerpoint/2010/main" val="132059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06CEA-7134-4718-95BE-C84733C8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Logotipo y colores</a:t>
            </a:r>
          </a:p>
        </p:txBody>
      </p:sp>
      <p:pic>
        <p:nvPicPr>
          <p:cNvPr id="4" name="Imagen 4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ABC473B9-0441-423F-A7F2-E308BCB09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521" y="3092331"/>
            <a:ext cx="5260206" cy="2612703"/>
          </a:xfrm>
        </p:spPr>
      </p:pic>
      <p:pic>
        <p:nvPicPr>
          <p:cNvPr id="5" name="Imagen 5" descr="Logotipo, Icono&#10;&#10;Descripción generada automáticamente">
            <a:extLst>
              <a:ext uri="{FF2B5EF4-FFF2-40B4-BE49-F238E27FC236}">
                <a16:creationId xmlns:a16="http://schemas.microsoft.com/office/drawing/2014/main" id="{B957269E-1D41-4758-8C08-FED9F8259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408" y="2762700"/>
            <a:ext cx="1792317" cy="341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52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97DC1-BA96-498A-9AD5-E80C11E5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906DBC-0CFA-44C8-B8D1-933F5C065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38" y="2464110"/>
            <a:ext cx="7042267" cy="374154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s-ES" dirty="0"/>
              <a:t>Los viajes son programados por personal de turismo para ser ofrecidos al público general, a través de:</a:t>
            </a:r>
          </a:p>
          <a:p>
            <a:pPr lvl="1"/>
            <a:r>
              <a:rPr lang="es-ES" dirty="0"/>
              <a:t> Las agencias de viaje asociadas</a:t>
            </a:r>
          </a:p>
          <a:p>
            <a:pPr lvl="1"/>
            <a:r>
              <a:rPr lang="es-ES" dirty="0"/>
              <a:t>Taquillas de </a:t>
            </a:r>
            <a:r>
              <a:rPr lang="es-ES" dirty="0" err="1"/>
              <a:t>Parhíkuni</a:t>
            </a:r>
            <a:endParaRPr lang="es-ES" dirty="0"/>
          </a:p>
          <a:p>
            <a:pPr lvl="1"/>
            <a:r>
              <a:rPr lang="es-ES" dirty="0"/>
              <a:t>Oficina de turismo</a:t>
            </a:r>
          </a:p>
          <a:p>
            <a:pPr lvl="1"/>
            <a:r>
              <a:rPr lang="es-ES" dirty="0"/>
              <a:t>por el mismo sistema, en su sitio web.</a:t>
            </a:r>
          </a:p>
          <a:p>
            <a:r>
              <a:rPr lang="es-ES" dirty="0"/>
              <a:t>Las salidas podrán ser programadas de manera permanente o por un tiempo determinado para salir a los destinos turísticos más visitados.</a:t>
            </a:r>
          </a:p>
          <a:p>
            <a:r>
              <a:rPr lang="es-ES" dirty="0"/>
              <a:t>Los viajes serán programados para un autobús o camioneta, de igual manera podrá cambiarse dependiendo el número de pasajeros.</a:t>
            </a:r>
            <a:br>
              <a:rPr lang="es-ES" dirty="0"/>
            </a:br>
            <a:endParaRPr lang="es-ES" dirty="0"/>
          </a:p>
        </p:txBody>
      </p:sp>
      <p:pic>
        <p:nvPicPr>
          <p:cNvPr id="4" name="Imagen 3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C33C46D6-09DF-2AB5-0BBD-153B447E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309" y="1740186"/>
            <a:ext cx="4739438" cy="458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47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E63F7-9FD8-4911-97B7-8127A22E2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23D928-0060-4D3D-A304-6C5BF0CB7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224" y="2241085"/>
            <a:ext cx="7395386" cy="43734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>
                <a:ea typeface="+mn-lt"/>
                <a:cs typeface="+mn-lt"/>
              </a:rPr>
              <a:t>Podrán elegir de la lista de viajes programados o buscar su origen-destino.</a:t>
            </a:r>
          </a:p>
          <a:p>
            <a:r>
              <a:rPr lang="es-ES">
                <a:ea typeface="+mn-lt"/>
                <a:cs typeface="+mn-lt"/>
              </a:rPr>
              <a:t>El cliente podrá comprar el viaje redondo.</a:t>
            </a:r>
          </a:p>
          <a:p>
            <a:r>
              <a:rPr lang="es-ES">
                <a:ea typeface="+mn-lt"/>
                <a:cs typeface="+mn-lt"/>
              </a:rPr>
              <a:t>Se seleccionarán en el sistema la cantidad de asientos y los nombres de </a:t>
            </a:r>
            <a:r>
              <a:rPr lang="es-ES" dirty="0">
                <a:ea typeface="+mn-lt"/>
                <a:cs typeface="+mn-lt"/>
              </a:rPr>
              <a:t>los pasajeros.</a:t>
            </a:r>
          </a:p>
          <a:p>
            <a:r>
              <a:rPr lang="es-ES" dirty="0">
                <a:ea typeface="+mn-lt"/>
                <a:cs typeface="+mn-lt"/>
              </a:rPr>
              <a:t>Si el viaje cuenta con esta modalidad, se le solicitará al pasajero un lugar donde hará su descenso, el cual podrá ser su hotel, por ejemplo.</a:t>
            </a:r>
          </a:p>
          <a:p>
            <a:r>
              <a:rPr lang="es-ES" dirty="0">
                <a:ea typeface="+mn-lt"/>
                <a:cs typeface="+mn-lt"/>
              </a:rPr>
              <a:t>Se pasará al proceso de pago pudiendo pagar a través de Clip.mx con tarjeta bancaria y efectivo con los agentes de </a:t>
            </a:r>
            <a:r>
              <a:rPr lang="es-ES">
                <a:ea typeface="+mn-lt"/>
                <a:cs typeface="+mn-lt"/>
              </a:rPr>
              <a:t>turismo.</a:t>
            </a:r>
          </a:p>
          <a:p>
            <a:r>
              <a:rPr lang="es-ES" dirty="0">
                <a:ea typeface="+mn-lt"/>
                <a:cs typeface="+mn-lt"/>
              </a:rPr>
              <a:t>Se emiten y/o se envían los pases de abordar a los pasajeros.</a:t>
            </a:r>
          </a:p>
          <a:p>
            <a:r>
              <a:rPr lang="es-ES" dirty="0">
                <a:ea typeface="+mn-lt"/>
                <a:cs typeface="+mn-lt"/>
              </a:rPr>
              <a:t>Se le entregará al conductor una guía de pasajeros.</a:t>
            </a:r>
            <a:endParaRPr lang="es-ES" dirty="0"/>
          </a:p>
          <a:p>
            <a:endParaRPr lang="es-ES" dirty="0"/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7EE4E84-FE5A-8999-48E3-37A9EEED3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6" y="2569195"/>
            <a:ext cx="4205404" cy="257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63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9CD62-6C7A-4F5B-9E0C-1F20C86B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Venta: agencias de viajes y taquillas.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AB9BF8-3D3D-457A-AD77-FEC84A591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Se le asignará un usuario a cada agencia de venta, con este ingresará al sistema y podrá ver  todos los viajes programados.</a:t>
            </a:r>
          </a:p>
          <a:p>
            <a:endParaRPr lang="es-ES" dirty="0"/>
          </a:p>
          <a:p>
            <a:r>
              <a:rPr lang="es-ES" dirty="0"/>
              <a:t>Se llevará el control de cuentas por cobrar.</a:t>
            </a:r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79039E11-D169-E0CF-47D9-B4E77DDC3A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457" b="3968"/>
          <a:stretch/>
        </p:blipFill>
        <p:spPr>
          <a:xfrm>
            <a:off x="9187815" y="4736782"/>
            <a:ext cx="2239029" cy="12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44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C6B46-63AB-49CF-A525-B59205377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Venta: público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45D010-3502-44AC-BEAC-703DA6DD4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s-ES" dirty="0"/>
          </a:p>
          <a:p>
            <a:r>
              <a:rPr lang="es-ES">
                <a:ea typeface="+mn-lt"/>
                <a:cs typeface="+mn-lt"/>
              </a:rPr>
              <a:t>Se solicitará un número de teléfono al seleccionar su viaje</a:t>
            </a:r>
          </a:p>
          <a:p>
            <a:r>
              <a:rPr lang="es-ES" dirty="0">
                <a:ea typeface="+mn-lt"/>
                <a:cs typeface="+mn-lt"/>
              </a:rPr>
              <a:t>Se</a:t>
            </a:r>
            <a:r>
              <a:rPr lang="es-ES" dirty="0"/>
              <a:t> creará una cartera de clientes con la información necesaria para enviarles promociones y nuevos viajes disponibles.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113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FF263-59E7-4205-86DA-FCF4CF09B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Turismo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E5EBA7-A210-4903-B104-8AE44FC81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</a:rPr>
              <a:t>Podrá ver todos los viajes programados</a:t>
            </a:r>
            <a:endParaRPr lang="es-ES" dirty="0"/>
          </a:p>
          <a:p>
            <a:r>
              <a:rPr lang="es-ES" dirty="0"/>
              <a:t>Se asignará la camioneta o autobús y conductor al viaje de acuerdo a sus políticas.</a:t>
            </a:r>
          </a:p>
          <a:p>
            <a:r>
              <a:rPr lang="es-ES" dirty="0"/>
              <a:t>Al final del viaje emitirá una autorización de pago para liquidaciones.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504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73033-FEFF-4734-96E9-ACCF5478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 descr="Gráfico, Gráfico de embudo&#10;&#10;Descripción generada automáticamente">
            <a:extLst>
              <a:ext uri="{FF2B5EF4-FFF2-40B4-BE49-F238E27FC236}">
                <a16:creationId xmlns:a16="http://schemas.microsoft.com/office/drawing/2014/main" id="{3B510973-A11E-F6A3-713A-78AF5DECC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0497"/>
            <a:ext cx="12192000" cy="356948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288B78-9083-4EB0-B953-6B90C2A14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15" y="2298700"/>
            <a:ext cx="11504612" cy="5308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En un futuro se podría adaptar para ser el sistema de venta de boletos en </a:t>
            </a:r>
            <a:r>
              <a:rPr lang="es-ES"/>
              <a:t>taquilla.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3387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TF00001243</Template>
  <TotalTime>0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Ion Boardroom</vt:lpstr>
      <vt:lpstr>Turismo VIA</vt:lpstr>
      <vt:lpstr>Presentación de PowerPoint</vt:lpstr>
      <vt:lpstr>VIA</vt:lpstr>
      <vt:lpstr>Logotipo y colores</vt:lpstr>
      <vt:lpstr>Operación</vt:lpstr>
      <vt:lpstr>Operación</vt:lpstr>
      <vt:lpstr>Venta: agencias de viajes y taquillas.</vt:lpstr>
      <vt:lpstr>Venta: público general</vt:lpstr>
      <vt:lpstr>Turismo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/>
  <cp:revision>546</cp:revision>
  <dcterms:created xsi:type="dcterms:W3CDTF">2020-11-27T17:16:30Z</dcterms:created>
  <dcterms:modified xsi:type="dcterms:W3CDTF">2024-02-26T17:27:41Z</dcterms:modified>
</cp:coreProperties>
</file>